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image" Target="../media/image1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Rust</a:t>
            </a:r>
            <a:r>
              <a:rPr lang="zh-CN" altLang="en-US"/>
              <a:t>编译器标准库中集成</a:t>
            </a:r>
            <a:r>
              <a:rPr lang="en-US" altLang="zh-CN"/>
              <a:t>Aarch64 SVE</a:t>
            </a:r>
            <a:r>
              <a:rPr lang="zh-CN" altLang="en-US"/>
              <a:t>类型和</a:t>
            </a:r>
            <a:r>
              <a:rPr lang="en-US" altLang="zh-CN"/>
              <a:t>Intrinsics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145915" y="3560445"/>
            <a:ext cx="5621655" cy="1472565"/>
          </a:xfrm>
        </p:spPr>
        <p:txBody>
          <a:bodyPr>
            <a:normAutofit lnSpcReduction="10000"/>
          </a:bodyPr>
          <a:p>
            <a:pPr algn="l"/>
            <a:r>
              <a:rPr lang="zh-CN" altLang="en-US">
                <a:solidFill>
                  <a:schemeClr val="tx1"/>
                </a:solidFill>
              </a:rPr>
              <a:t>部门：编译器实验室（</a:t>
            </a:r>
            <a:r>
              <a:rPr lang="en-US" altLang="zh-CN">
                <a:solidFill>
                  <a:schemeClr val="tx1"/>
                </a:solidFill>
              </a:rPr>
              <a:t>2012</a:t>
            </a:r>
            <a:r>
              <a:rPr lang="zh-CN" altLang="en-US">
                <a:solidFill>
                  <a:schemeClr val="tx1"/>
                </a:solidFill>
              </a:rPr>
              <a:t>实验室）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作者：汪旭辉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日期：</a:t>
            </a:r>
            <a:r>
              <a:rPr lang="en-US" altLang="zh-CN">
                <a:solidFill>
                  <a:schemeClr val="tx1"/>
                </a:solidFill>
              </a:rPr>
              <a:t>2025.12.1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一、项目概况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二、当前社区进展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三、关键难点与解决方案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四、未来工作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一、项目概况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668780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本项目基于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RFC 3838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PR143924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开展工作，目标是在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stdarch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框架中完整接入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Aarch64 SVE/SVE2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的可扩展向量类型和对应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，使编译器在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AArch64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目标上能够识别并正确处理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#[rustc_scalable_vector(N)]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可扩展向量类型，并在标准库中对外提供稳定的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 API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3053715"/>
            <a:ext cx="5845810" cy="1892935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目前，已在本地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分支上打通从类型定义、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Intrinsics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封装到编译全链路，核心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1852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已完成集成，相关编译错误全部解决，测试代码可以顺利通过编译生成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文件。相应工作已提交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Integrate Arm SVE types and intrinsics into stdarch by GWTINYC · Pull Request #2 · davidtwco/rust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55" y="2788920"/>
            <a:ext cx="4510405" cy="37096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二、当前社区进展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668780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官方已将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SVE/SME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确立为项目级目标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2880995"/>
            <a:ext cx="7865110" cy="2065655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RFC 3268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已经被废弃，社区转向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RFC 3838 + #[rustc_scalable_vector(N)]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内部属性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的方案，避免在语言层面直接暴露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vscale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细节。在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2025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年立项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Tracking Issue #145052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“Scalable Vectors”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作为独立项目推进，首要依赖正是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Sized Hierarchy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的稳定。当前已有实验性实现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 143924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但尚未合并，接下来将对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SVE/RVV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的不稳定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进行试验，在验证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target_feature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FFI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安全和复合类型语义后，再考虑对可伸缩向量表示进行正式稳定化。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二、当前社区进展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668780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Sized Hierarchy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的社区进展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2765425"/>
            <a:ext cx="7706995" cy="218122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已经合并了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RFC 3729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的第一阶段实现（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137944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），通过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MetaSized / PointeeSized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Sized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概念，并在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2025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年正式立项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Tracking Issue #144404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，将其纳入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“Scalable Vectors”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项目目标体系中。当前重点是修复已知回归、设计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语义并处理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extern type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等边界场景，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Sized Hierarchy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已被视为未来类型系统演进的基础设施，而不仅是为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打的补丁。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二、当前社区进展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668780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Scalable Vector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表示的社区进展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2606675"/>
            <a:ext cx="8501380" cy="233997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RFC 3268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已经被废弃，社区转向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RFC 3838 + #[rustc_scalable_vector(N)]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内部属性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的方案，避免在语言层面直接暴露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vscale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细节。在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2025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年立项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Tracking Issue #145052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“Scalable Vectors”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作为独立项目推进，首要依赖正是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Sized Hierarchy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的稳定。当前已有实验性实现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 143924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但尚未合并，接下来将对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SVE/RVV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的不稳定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进行试验，在验证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target_feature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FFI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安全和复合类型语义后，再考虑对可伸缩向量表示进行正式稳定化。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三、关键难点与解决方案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116965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编译器不能直接兼容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这种可变长度向量，主要有三个兼容性相关问题：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类型转换受限，谓词类型不统一和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函数支持不全面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2606675"/>
            <a:ext cx="9093200" cy="2672080"/>
          </a:xfrm>
          <a:prstGeom prst="rect">
            <a:avLst/>
          </a:prstGeom>
        </p:spPr>
        <p:txBody>
          <a:bodyPr vert="horz" lIns="90000" tIns="46800" rIns="90000" bIns="46800" rtlCol="0">
            <a:normAutofit fontScale="7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类型转换受限：做一层适配器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编译器现有的通用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转换接口（类似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simd_cast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）只支持老的固定长度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#[repr(simd)]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的新属性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#[rustc_scalable_vector(N)]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不兼容，会直接报错。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解决方案是自定义一层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位级重解释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封装，使用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transmute_copy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替代直接调用标准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 Intrinsic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aarch64/sve/mod.rs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中实现统一的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simd_cast / simd_reinterpret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函数，用作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内部转换层，从而绕过编译器对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类型的硬编码限制。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上层写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代码时，调用的是我们这层统一的转换函数，具体怎么跟底层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Intrinsics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对接，由这层适配器负责。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三、关键难点与解决方案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539240"/>
            <a:ext cx="9093200" cy="2672080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谓词类型不统一：做一套统一掩码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有多种谓词类型（类似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布尔掩码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），不同指令族要求的谓词格式不完全一致。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我们在内部把这些谓词统一收敛到一个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标准谓词类型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，对外暴露一个统一的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simd_select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入口，用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transmute_copy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将不同形态的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svboolX_t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谓词转换成内部统一的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svbool_t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掩码，从而兼容各类谓词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Intrinsics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改造完成后，目前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的核心算术、谓词选择、计数等用例都能在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中正常编译，并生成预期的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IR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三、关键难点与解决方案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539240"/>
            <a:ext cx="9093200" cy="2672080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3.SVE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函数支持不全面：使用代码生成器批量生成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Intrinsics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为了提供更丰富的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函数接口支持，需要在标准库中尽可能全面地集成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Intrinsics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，因为每个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函数底层都要通过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link_name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精确绑定到一个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Intrinsic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，比如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llvm.aarch64.sve.add.nxv8i16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就是一个加法函数的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link_name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同一个功能如果在多个地方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手写绑定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，非常容易重名、冲突或与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LLVM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版本脱节。对此，可以使用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stdarch-gen2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通过模板自动生成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SVE Intrinsics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，再导入标准库中，可实现较全面的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SVE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函数接口支持。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四、未来工作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539240"/>
            <a:ext cx="9093200" cy="26720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持续跟踪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rustc_scalable_vector RFC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Scalable Vectors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Issue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的进展，随官方最终定稿，对本地实现的属性命名、语义进行同步调整，避免分叉。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在现有编译级验证基础上，增加运行时行为测试，确认结果正确性，后续还可以在目标硬件上对比标量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NEON / SVE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性能，评估收益。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在社区接口趋于稳定后，将提交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rust-lang/stdarch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，争取形成实际的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upstream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2707</Words>
  <Application>WPS 演示</Application>
  <PresentationFormat>宽屏</PresentationFormat>
  <Paragraphs>66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优设字由棒棒体</vt:lpstr>
      <vt:lpstr>字魂创粗黑</vt:lpstr>
      <vt:lpstr>字魂正酷超级黑W8</vt:lpstr>
      <vt:lpstr>黑体</vt:lpstr>
      <vt:lpstr>字魂经典雅黑</vt:lpstr>
      <vt:lpstr>WPS</vt:lpstr>
      <vt:lpstr>Rust编译器标准库中集成Aarch64 SVE类型和Intrinsics函数</vt:lpstr>
      <vt:lpstr>目录</vt:lpstr>
      <vt:lpstr>一、项目概况</vt:lpstr>
      <vt:lpstr>二、当前社区进展</vt:lpstr>
      <vt:lpstr>二、当前社区进展</vt:lpstr>
      <vt:lpstr>二、当前社区进展</vt:lpstr>
      <vt:lpstr>三、关键难点与解决方案</vt:lpstr>
      <vt:lpstr>三、关键难点与解决方案</vt:lpstr>
      <vt:lpstr>三、关键难点与解决方案</vt:lpstr>
      <vt:lpstr>三、关键难点与解决方案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汪旭辉</cp:lastModifiedBy>
  <cp:revision>162</cp:revision>
  <dcterms:created xsi:type="dcterms:W3CDTF">2019-06-19T02:08:00Z</dcterms:created>
  <dcterms:modified xsi:type="dcterms:W3CDTF">2025-12-02T06:51:58Z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2713DE84C7D841ED8EC933FA0D28367B_11</vt:lpwstr>
  </property>
</Properties>
</file>